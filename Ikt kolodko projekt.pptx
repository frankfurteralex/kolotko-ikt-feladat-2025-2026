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593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3682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276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439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480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5227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414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2550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4810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2310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0164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0900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8861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4809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2190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282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115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BAC6726-92CF-44CA-B3EC-3ADD75A34D58}" type="datetimeFigureOut">
              <a:rPr lang="hu-HU" smtClean="0"/>
              <a:t>2026. 01. 21.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DE346-70C8-4A57-A32E-7C1BC9B61F3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5670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2330F7-B545-4BAB-9DA6-1633328FE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647" y="1584278"/>
            <a:ext cx="8825658" cy="3329581"/>
          </a:xfrm>
        </p:spPr>
        <p:txBody>
          <a:bodyPr/>
          <a:lstStyle/>
          <a:p>
            <a:r>
              <a:rPr lang="hu-HU" dirty="0" err="1"/>
              <a:t>Ikt</a:t>
            </a:r>
            <a:r>
              <a:rPr lang="hu-HU" dirty="0"/>
              <a:t> </a:t>
            </a:r>
            <a:r>
              <a:rPr lang="hu-HU" dirty="0" err="1"/>
              <a:t>kolodko</a:t>
            </a:r>
            <a:r>
              <a:rPr lang="hu-HU" dirty="0"/>
              <a:t> projekt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7D16DB4-E6E2-44AC-904A-BAFF38460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696" y="1294346"/>
            <a:ext cx="9144000" cy="1655762"/>
          </a:xfrm>
        </p:spPr>
        <p:txBody>
          <a:bodyPr/>
          <a:lstStyle/>
          <a:p>
            <a:r>
              <a:rPr lang="hu-HU" dirty="0" err="1"/>
              <a:t>Ppt:Benkő</a:t>
            </a:r>
            <a:r>
              <a:rPr lang="hu-HU" dirty="0"/>
              <a:t> Levente</a:t>
            </a:r>
          </a:p>
        </p:txBody>
      </p:sp>
    </p:spTree>
    <p:extLst>
      <p:ext uri="{BB962C8B-B14F-4D97-AF65-F5344CB8AC3E}">
        <p14:creationId xmlns:p14="http://schemas.microsoft.com/office/powerpoint/2010/main" val="2635781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2398F53F-963F-410E-81CA-2AC20E07868C}"/>
              </a:ext>
            </a:extLst>
          </p:cNvPr>
          <p:cNvSpPr txBox="1"/>
          <p:nvPr/>
        </p:nvSpPr>
        <p:spPr>
          <a:xfrm>
            <a:off x="1510748" y="1669774"/>
            <a:ext cx="9448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Mit csináltam:</a:t>
            </a:r>
          </a:p>
          <a:p>
            <a:r>
              <a:rPr lang="hu-HU" dirty="0"/>
              <a:t>Rubikkocka esszé</a:t>
            </a:r>
          </a:p>
          <a:p>
            <a:r>
              <a:rPr lang="hu-HU" dirty="0"/>
              <a:t>Magyar nemzeti bank esszé</a:t>
            </a:r>
          </a:p>
          <a:p>
            <a:r>
              <a:rPr lang="hu-HU" dirty="0"/>
              <a:t>Breki esszé</a:t>
            </a:r>
          </a:p>
          <a:p>
            <a:r>
              <a:rPr lang="hu-HU" dirty="0"/>
              <a:t>Noé bárkája esszé</a:t>
            </a:r>
          </a:p>
          <a:p>
            <a:r>
              <a:rPr lang="hu-HU" dirty="0"/>
              <a:t>Parlament esszé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Drótváz</a:t>
            </a:r>
          </a:p>
        </p:txBody>
      </p:sp>
    </p:spTree>
    <p:extLst>
      <p:ext uri="{BB962C8B-B14F-4D97-AF65-F5344CB8AC3E}">
        <p14:creationId xmlns:p14="http://schemas.microsoft.com/office/powerpoint/2010/main" val="4160018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20FE7259-19BF-497B-97AE-3EF92BE1223F}"/>
              </a:ext>
            </a:extLst>
          </p:cNvPr>
          <p:cNvSpPr txBox="1"/>
          <p:nvPr/>
        </p:nvSpPr>
        <p:spPr>
          <a:xfrm>
            <a:off x="1868557" y="1338470"/>
            <a:ext cx="8666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Mit tanultam: -</a:t>
            </a:r>
            <a:r>
              <a:rPr lang="hu-HU" dirty="0" err="1"/>
              <a:t>chatgtp</a:t>
            </a:r>
            <a:r>
              <a:rPr lang="hu-HU" dirty="0"/>
              <a:t> </a:t>
            </a:r>
            <a:r>
              <a:rPr lang="hu-HU" dirty="0" err="1"/>
              <a:t>promtolás</a:t>
            </a:r>
            <a:r>
              <a:rPr lang="hu-HU" dirty="0"/>
              <a:t> </a:t>
            </a:r>
          </a:p>
          <a:p>
            <a:r>
              <a:rPr lang="hu-HU" dirty="0"/>
              <a:t>			   -</a:t>
            </a:r>
            <a:r>
              <a:rPr lang="hu-HU" dirty="0" err="1"/>
              <a:t>github</a:t>
            </a:r>
            <a:r>
              <a:rPr lang="hu-HU" dirty="0"/>
              <a:t> kezelés</a:t>
            </a:r>
          </a:p>
          <a:p>
            <a:r>
              <a:rPr lang="hu-HU" dirty="0"/>
              <a:t>			    -markdown formátum</a:t>
            </a:r>
          </a:p>
          <a:p>
            <a:r>
              <a:rPr lang="hu-HU" dirty="0"/>
              <a:t>			    -</a:t>
            </a:r>
            <a:r>
              <a:rPr lang="hu-HU" dirty="0" err="1"/>
              <a:t>drótáz</a:t>
            </a:r>
            <a:r>
              <a:rPr lang="hu-HU" dirty="0"/>
              <a:t> készítés</a:t>
            </a:r>
          </a:p>
        </p:txBody>
      </p:sp>
    </p:spTree>
    <p:extLst>
      <p:ext uri="{BB962C8B-B14F-4D97-AF65-F5344CB8AC3E}">
        <p14:creationId xmlns:p14="http://schemas.microsoft.com/office/powerpoint/2010/main" val="9450549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51</Words>
  <Application>Microsoft Office PowerPoint</Application>
  <PresentationFormat>Szélesvásznú</PresentationFormat>
  <Paragraphs>15</Paragraphs>
  <Slides>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</vt:lpstr>
      <vt:lpstr>Ikt kolodko projekt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Ikt kolodko projekt</dc:title>
  <dc:creator>Benkő Levente</dc:creator>
  <cp:lastModifiedBy>Benkő Levente</cp:lastModifiedBy>
  <cp:revision>1</cp:revision>
  <dcterms:created xsi:type="dcterms:W3CDTF">2026-01-21T10:53:59Z</dcterms:created>
  <dcterms:modified xsi:type="dcterms:W3CDTF">2026-01-21T10:59:20Z</dcterms:modified>
</cp:coreProperties>
</file>